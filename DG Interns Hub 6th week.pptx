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 K" userId="a5bf1b5d7c912b9b" providerId="LiveId" clId="{FE91309E-8916-4723-B310-024F7E96EC6A}"/>
    <pc:docChg chg="undo custSel addSld modSld">
      <pc:chgData name="A K" userId="a5bf1b5d7c912b9b" providerId="LiveId" clId="{FE91309E-8916-4723-B310-024F7E96EC6A}" dt="2026-09-30T14:37:02.599" v="185"/>
      <pc:docMkLst>
        <pc:docMk/>
      </pc:docMkLst>
      <pc:sldChg chg="modSp new mod">
        <pc:chgData name="A K" userId="a5bf1b5d7c912b9b" providerId="LiveId" clId="{FE91309E-8916-4723-B310-024F7E96EC6A}" dt="2026-09-30T11:11:14.240" v="176" actId="20577"/>
        <pc:sldMkLst>
          <pc:docMk/>
          <pc:sldMk cId="3649215709" sldId="256"/>
        </pc:sldMkLst>
        <pc:spChg chg="mod">
          <ac:chgData name="A K" userId="a5bf1b5d7c912b9b" providerId="LiveId" clId="{FE91309E-8916-4723-B310-024F7E96EC6A}" dt="2026-09-30T11:10:54.548" v="171" actId="20577"/>
          <ac:spMkLst>
            <pc:docMk/>
            <pc:sldMk cId="3649215709" sldId="256"/>
            <ac:spMk id="2" creationId="{E7D31027-8AF0-18EB-C011-4F8C31BDFAE7}"/>
          </ac:spMkLst>
        </pc:spChg>
        <pc:spChg chg="mod">
          <ac:chgData name="A K" userId="a5bf1b5d7c912b9b" providerId="LiveId" clId="{FE91309E-8916-4723-B310-024F7E96EC6A}" dt="2026-09-30T11:11:14.240" v="176" actId="20577"/>
          <ac:spMkLst>
            <pc:docMk/>
            <pc:sldMk cId="3649215709" sldId="256"/>
            <ac:spMk id="3" creationId="{54ABCA98-6CFD-8932-20E6-8E907028355D}"/>
          </ac:spMkLst>
        </pc:spChg>
      </pc:sldChg>
      <pc:sldChg chg="modSp new mod">
        <pc:chgData name="A K" userId="a5bf1b5d7c912b9b" providerId="LiveId" clId="{FE91309E-8916-4723-B310-024F7E96EC6A}" dt="2026-09-30T10:58:52.810" v="101"/>
        <pc:sldMkLst>
          <pc:docMk/>
          <pc:sldMk cId="955409209" sldId="257"/>
        </pc:sldMkLst>
        <pc:spChg chg="mod">
          <ac:chgData name="A K" userId="a5bf1b5d7c912b9b" providerId="LiveId" clId="{FE91309E-8916-4723-B310-024F7E96EC6A}" dt="2026-09-27T10:50:16.396" v="60" actId="1076"/>
          <ac:spMkLst>
            <pc:docMk/>
            <pc:sldMk cId="955409209" sldId="257"/>
            <ac:spMk id="2" creationId="{13D0CC76-80E3-1536-B161-F4FDFC7EE3BE}"/>
          </ac:spMkLst>
        </pc:spChg>
        <pc:spChg chg="mod">
          <ac:chgData name="A K" userId="a5bf1b5d7c912b9b" providerId="LiveId" clId="{FE91309E-8916-4723-B310-024F7E96EC6A}" dt="2026-09-30T10:58:52.810" v="101"/>
          <ac:spMkLst>
            <pc:docMk/>
            <pc:sldMk cId="955409209" sldId="257"/>
            <ac:spMk id="3" creationId="{78419F7B-29CC-B56B-0D93-F7F197DDDFDE}"/>
          </ac:spMkLst>
        </pc:spChg>
      </pc:sldChg>
      <pc:sldChg chg="modSp new mod">
        <pc:chgData name="A K" userId="a5bf1b5d7c912b9b" providerId="LiveId" clId="{FE91309E-8916-4723-B310-024F7E96EC6A}" dt="2026-09-30T14:28:13.281" v="180" actId="27636"/>
        <pc:sldMkLst>
          <pc:docMk/>
          <pc:sldMk cId="2718048227" sldId="258"/>
        </pc:sldMkLst>
        <pc:spChg chg="mod">
          <ac:chgData name="A K" userId="a5bf1b5d7c912b9b" providerId="LiveId" clId="{FE91309E-8916-4723-B310-024F7E96EC6A}" dt="2026-09-27T10:50:56.495" v="67" actId="1076"/>
          <ac:spMkLst>
            <pc:docMk/>
            <pc:sldMk cId="2718048227" sldId="258"/>
            <ac:spMk id="2" creationId="{26636EBF-BDEB-66EA-1D08-4656D4E0CFFC}"/>
          </ac:spMkLst>
        </pc:spChg>
        <pc:spChg chg="mod">
          <ac:chgData name="A K" userId="a5bf1b5d7c912b9b" providerId="LiveId" clId="{FE91309E-8916-4723-B310-024F7E96EC6A}" dt="2026-09-30T14:28:13.281" v="180" actId="27636"/>
          <ac:spMkLst>
            <pc:docMk/>
            <pc:sldMk cId="2718048227" sldId="258"/>
            <ac:spMk id="3" creationId="{34F7D17E-E76C-89A6-AD49-1C2682D8D78A}"/>
          </ac:spMkLst>
        </pc:spChg>
      </pc:sldChg>
      <pc:sldChg chg="addSp delSp modSp new mod">
        <pc:chgData name="A K" userId="a5bf1b5d7c912b9b" providerId="LiveId" clId="{FE91309E-8916-4723-B310-024F7E96EC6A}" dt="2026-09-30T14:32:04.837" v="184" actId="1076"/>
        <pc:sldMkLst>
          <pc:docMk/>
          <pc:sldMk cId="4114396006" sldId="259"/>
        </pc:sldMkLst>
        <pc:spChg chg="mod">
          <ac:chgData name="A K" userId="a5bf1b5d7c912b9b" providerId="LiveId" clId="{FE91309E-8916-4723-B310-024F7E96EC6A}" dt="2026-09-27T10:51:18.498" v="72" actId="1076"/>
          <ac:spMkLst>
            <pc:docMk/>
            <pc:sldMk cId="4114396006" sldId="259"/>
            <ac:spMk id="2" creationId="{B45854CC-A898-6C34-2B2F-F2878F4CA42E}"/>
          </ac:spMkLst>
        </pc:spChg>
        <pc:spChg chg="del mod">
          <ac:chgData name="A K" userId="a5bf1b5d7c912b9b" providerId="LiveId" clId="{FE91309E-8916-4723-B310-024F7E96EC6A}" dt="2026-09-30T14:31:57.503" v="182"/>
          <ac:spMkLst>
            <pc:docMk/>
            <pc:sldMk cId="4114396006" sldId="259"/>
            <ac:spMk id="3" creationId="{E6A5FDDA-AC23-0782-043E-F09C01C66B43}"/>
          </ac:spMkLst>
        </pc:spChg>
        <pc:picChg chg="add mod">
          <ac:chgData name="A K" userId="a5bf1b5d7c912b9b" providerId="LiveId" clId="{FE91309E-8916-4723-B310-024F7E96EC6A}" dt="2026-09-30T14:32:04.837" v="184" actId="1076"/>
          <ac:picMkLst>
            <pc:docMk/>
            <pc:sldMk cId="4114396006" sldId="259"/>
            <ac:picMk id="5" creationId="{BF6F2133-A21B-1497-22C2-7EE53E48CD91}"/>
          </ac:picMkLst>
        </pc:picChg>
      </pc:sldChg>
      <pc:sldChg chg="addSp modSp new mod">
        <pc:chgData name="A K" userId="a5bf1b5d7c912b9b" providerId="LiveId" clId="{FE91309E-8916-4723-B310-024F7E96EC6A}" dt="2026-09-30T11:02:07.018" v="123" actId="14100"/>
        <pc:sldMkLst>
          <pc:docMk/>
          <pc:sldMk cId="2938575418" sldId="260"/>
        </pc:sldMkLst>
        <pc:spChg chg="mod">
          <ac:chgData name="A K" userId="a5bf1b5d7c912b9b" providerId="LiveId" clId="{FE91309E-8916-4723-B310-024F7E96EC6A}" dt="2026-09-30T11:01:51.262" v="120" actId="1076"/>
          <ac:spMkLst>
            <pc:docMk/>
            <pc:sldMk cId="2938575418" sldId="260"/>
            <ac:spMk id="2" creationId="{CEBB74C7-9B27-D160-9847-E0D0CE607278}"/>
          </ac:spMkLst>
        </pc:spChg>
        <pc:spChg chg="mod">
          <ac:chgData name="A K" userId="a5bf1b5d7c912b9b" providerId="LiveId" clId="{FE91309E-8916-4723-B310-024F7E96EC6A}" dt="2026-09-30T11:01:57.044" v="121" actId="1076"/>
          <ac:spMkLst>
            <pc:docMk/>
            <pc:sldMk cId="2938575418" sldId="260"/>
            <ac:spMk id="3" creationId="{74AB81E1-7F2C-A0ED-5A7D-8217E84BA4DC}"/>
          </ac:spMkLst>
        </pc:spChg>
        <pc:picChg chg="add mod">
          <ac:chgData name="A K" userId="a5bf1b5d7c912b9b" providerId="LiveId" clId="{FE91309E-8916-4723-B310-024F7E96EC6A}" dt="2026-09-30T11:02:07.018" v="123" actId="14100"/>
          <ac:picMkLst>
            <pc:docMk/>
            <pc:sldMk cId="2938575418" sldId="260"/>
            <ac:picMk id="4" creationId="{67EB0593-2631-324D-4E61-D2156F2E097B}"/>
          </ac:picMkLst>
        </pc:picChg>
      </pc:sldChg>
      <pc:sldChg chg="addSp modSp new mod">
        <pc:chgData name="A K" userId="a5bf1b5d7c912b9b" providerId="LiveId" clId="{FE91309E-8916-4723-B310-024F7E96EC6A}" dt="2026-09-30T11:06:54.951" v="158" actId="14100"/>
        <pc:sldMkLst>
          <pc:docMk/>
          <pc:sldMk cId="1912843917" sldId="261"/>
        </pc:sldMkLst>
        <pc:spChg chg="mod">
          <ac:chgData name="A K" userId="a5bf1b5d7c912b9b" providerId="LiveId" clId="{FE91309E-8916-4723-B310-024F7E96EC6A}" dt="2026-09-30T11:06:42.233" v="155" actId="14100"/>
          <ac:spMkLst>
            <pc:docMk/>
            <pc:sldMk cId="1912843917" sldId="261"/>
            <ac:spMk id="2" creationId="{6BE9C610-2A67-BE4B-DD69-D54C96C9D42A}"/>
          </ac:spMkLst>
        </pc:spChg>
        <pc:spChg chg="mod">
          <ac:chgData name="A K" userId="a5bf1b5d7c912b9b" providerId="LiveId" clId="{FE91309E-8916-4723-B310-024F7E96EC6A}" dt="2026-09-30T11:06:47.893" v="156" actId="1076"/>
          <ac:spMkLst>
            <pc:docMk/>
            <pc:sldMk cId="1912843917" sldId="261"/>
            <ac:spMk id="3" creationId="{AD46957A-786A-3C2F-7A26-2FD3F3D8D6D0}"/>
          </ac:spMkLst>
        </pc:spChg>
        <pc:picChg chg="add mod">
          <ac:chgData name="A K" userId="a5bf1b5d7c912b9b" providerId="LiveId" clId="{FE91309E-8916-4723-B310-024F7E96EC6A}" dt="2026-09-30T11:06:54.951" v="158" actId="14100"/>
          <ac:picMkLst>
            <pc:docMk/>
            <pc:sldMk cId="1912843917" sldId="261"/>
            <ac:picMk id="4" creationId="{B9A9A8E7-656E-FB97-7E2B-BFB7831D139A}"/>
          </ac:picMkLst>
        </pc:picChg>
      </pc:sldChg>
      <pc:sldChg chg="addSp delSp modSp new mod">
        <pc:chgData name="A K" userId="a5bf1b5d7c912b9b" providerId="LiveId" clId="{FE91309E-8916-4723-B310-024F7E96EC6A}" dt="2026-09-30T14:37:02.599" v="185"/>
        <pc:sldMkLst>
          <pc:docMk/>
          <pc:sldMk cId="937120992" sldId="262"/>
        </pc:sldMkLst>
        <pc:spChg chg="mod">
          <ac:chgData name="A K" userId="a5bf1b5d7c912b9b" providerId="LiveId" clId="{FE91309E-8916-4723-B310-024F7E96EC6A}" dt="2026-09-27T10:52:30.260" v="90" actId="1076"/>
          <ac:spMkLst>
            <pc:docMk/>
            <pc:sldMk cId="937120992" sldId="262"/>
            <ac:spMk id="2" creationId="{C5DAD1C0-C434-BA03-C004-ACE43F65AB53}"/>
          </ac:spMkLst>
        </pc:spChg>
        <pc:spChg chg="del mod">
          <ac:chgData name="A K" userId="a5bf1b5d7c912b9b" providerId="LiveId" clId="{FE91309E-8916-4723-B310-024F7E96EC6A}" dt="2026-09-30T14:37:02.599" v="185"/>
          <ac:spMkLst>
            <pc:docMk/>
            <pc:sldMk cId="937120992" sldId="262"/>
            <ac:spMk id="3" creationId="{D103C5BC-FABE-2809-EE0D-69EA2DA37893}"/>
          </ac:spMkLst>
        </pc:spChg>
        <pc:picChg chg="add mod">
          <ac:chgData name="A K" userId="a5bf1b5d7c912b9b" providerId="LiveId" clId="{FE91309E-8916-4723-B310-024F7E96EC6A}" dt="2026-09-30T14:37:02.599" v="185"/>
          <ac:picMkLst>
            <pc:docMk/>
            <pc:sldMk cId="937120992" sldId="262"/>
            <ac:picMk id="5" creationId="{349DF2EB-F458-2E83-F953-C5CC1F5E442C}"/>
          </ac:picMkLst>
        </pc:picChg>
      </pc:sldChg>
      <pc:sldChg chg="addSp delSp modSp new mod">
        <pc:chgData name="A K" userId="a5bf1b5d7c912b9b" providerId="LiveId" clId="{FE91309E-8916-4723-B310-024F7E96EC6A}" dt="2026-09-30T11:09:40.611" v="167" actId="404"/>
        <pc:sldMkLst>
          <pc:docMk/>
          <pc:sldMk cId="2320568005" sldId="263"/>
        </pc:sldMkLst>
        <pc:spChg chg="mod">
          <ac:chgData name="A K" userId="a5bf1b5d7c912b9b" providerId="LiveId" clId="{FE91309E-8916-4723-B310-024F7E96EC6A}" dt="2026-09-27T10:52:52.619" v="95" actId="1076"/>
          <ac:spMkLst>
            <pc:docMk/>
            <pc:sldMk cId="2320568005" sldId="263"/>
            <ac:spMk id="2" creationId="{7BD5B301-8896-3E1B-5414-9C4DDD227A87}"/>
          </ac:spMkLst>
        </pc:spChg>
        <pc:spChg chg="mod">
          <ac:chgData name="A K" userId="a5bf1b5d7c912b9b" providerId="LiveId" clId="{FE91309E-8916-4723-B310-024F7E96EC6A}" dt="2026-09-30T11:09:40.611" v="167" actId="404"/>
          <ac:spMkLst>
            <pc:docMk/>
            <pc:sldMk cId="2320568005" sldId="263"/>
            <ac:spMk id="3" creationId="{33FD3DE7-B799-5213-735C-3A1C8831659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36D6D-E14D-7AED-AFA7-E0229F9CDB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1AEDC2-28A9-B1C0-1CDC-243AB8EBD6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C73DEF-1C42-B649-E6D7-C2BCA6A07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8229D-5E1F-4BAB-B882-40F08098D68C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EEACF3-64F5-9684-D771-ED6E8D48E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DEDF5-648A-3C08-A2DC-3F61ACD2F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FC3F1-BA7C-403E-885C-1F5BE809CE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3141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6EE9E-E872-F060-DD10-819227452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470D23-B9F5-1298-71AD-F5AD339328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866A39-4BBE-8026-8664-50AB92C58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8229D-5E1F-4BAB-B882-40F08098D68C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22F337-0F6D-5C84-A32E-BD19F0DA4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2DE93E-B4DE-2F75-536A-27562C5FD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FC3F1-BA7C-403E-885C-1F5BE809CE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24186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CE9D0-09CD-C5E7-FA38-EE6F49EBB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7D2D29-8950-E2CB-982E-3E801D8424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4F5ED1-1C64-5B70-5715-C94533A98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8229D-5E1F-4BAB-B882-40F08098D68C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971EE1-B3D6-E8A0-5075-84DCF45BD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15208A-7920-7AB8-123B-092ADDF9C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FC3F1-BA7C-403E-885C-1F5BE809CE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6837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57889-77D4-460F-A999-2FBDAE98F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F6D5DA-E5F7-4F93-B60E-ED6C0CC70B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227146-232B-87CE-3CE7-9A8BE64A28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18AF4D-D7CC-3C86-BE99-89636DB5C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8229D-5E1F-4BAB-B882-40F08098D68C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BBD8E3-0537-63CF-EC43-AB6A0787F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BCAA71-F8A2-E287-259F-54C5FC6A3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FC3F1-BA7C-403E-885C-1F5BE809CE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1614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55D60-C019-C0F8-0462-2E329F3E2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33303C-B15C-FBE1-8687-7C769B360E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7561B9-2577-7283-46D7-B6233B375B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3D0571-15E8-E8E3-CE23-F5287BC10A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346AE2-B619-6AFE-D26B-EA45D46ABA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FD605D-11C5-DDD1-146D-4E8AC7CFC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8229D-5E1F-4BAB-B882-40F08098D68C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3FCD3F-1881-3084-7BB0-15EDBAFCC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4EFC31-40E3-29A1-895A-A0F0F8253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FC3F1-BA7C-403E-885C-1F5BE809CE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3871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AB9B9-38C8-68A0-6351-E24E1CEC8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A417DB-7B68-16B3-3EBB-DD1816F83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8229D-5E1F-4BAB-B882-40F08098D68C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9073A8-D927-ED6F-17F0-1EE949614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D9C056-5F62-6B00-C242-5D447E4FB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FC3F1-BA7C-403E-885C-1F5BE809CE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9500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799E42-ACD5-A830-9F63-98333C7DC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8229D-5E1F-4BAB-B882-40F08098D68C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34D75C-2B28-3322-2FAB-44C76AC83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5C67B4-97F0-570E-A215-92D5660F1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FC3F1-BA7C-403E-885C-1F5BE809CE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455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EAF72-435B-97CF-9F06-999B2C0C7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06CAB9-7C59-E01B-40E5-47D9BA62E4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C63F9E-81B8-B22F-56A5-04ACB73C2F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B6DF4E-EC20-7C6A-9A8C-2A9F15F54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8229D-5E1F-4BAB-B882-40F08098D68C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B39AD8-392B-0EDB-989B-AFC19E9E7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2CD949-0C55-DA37-1C22-8FC62880C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FC3F1-BA7C-403E-885C-1F5BE809CE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7737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ED37D-D73E-27F3-5AC8-1BE215A0D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B53DD8-2AEE-294E-2F86-AFFF76DB71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B0978B-59C9-B999-BD61-A81F23ECE8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00D27F-FE64-C8D1-4781-B5FBA726D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8229D-5E1F-4BAB-B882-40F08098D68C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1DADC9-0D09-236D-3E1F-53A568EF7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DCE06E-D6A4-1656-EFF3-5E0A98771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FC3F1-BA7C-403E-885C-1F5BE809CE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9944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91164-1D7C-A88E-9835-9C9AE9BE3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FEB5EE-37B8-BFD6-F4CD-ACEF8944BD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D0BC6E-A402-C6E3-FE41-9A5FCBBB4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8229D-5E1F-4BAB-B882-40F08098D68C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26521D-53F1-8427-C897-3B52A00A2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9E75E-94A4-DF3F-3AEF-0C2B424BF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FC3F1-BA7C-403E-885C-1F5BE809CE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4274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43BE7E-E6A9-2D1B-0093-1E6FF177B3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596DFB-9DD0-2EE4-ACB3-A1BF401D04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3BDA28-7399-3CEB-76CA-F5DFE2FB3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8229D-5E1F-4BAB-B882-40F08098D68C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4A9903-ACF3-8CCF-9E74-443A932CD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B69B5-809B-EB81-85AC-490D7C33A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FC3F1-BA7C-403E-885C-1F5BE809CE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3351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9945A0-69E8-9109-9E48-86C685779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97634F-32F6-1624-35BF-3EA75006B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F46242-BA6A-EBFA-D3FD-81142D4633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F8229D-5E1F-4BAB-B882-40F08098D68C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4344A0-8D9A-B4A6-89C8-EE6CC1D7A9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FEF0E-400B-5922-48F9-0E4CBA087C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8FC3F1-BA7C-403E-885C-1F5BE809CE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27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31027-8AF0-18EB-C011-4F8C31BDFA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DG Interns Hub </a:t>
            </a:r>
            <a:br>
              <a:rPr lang="en-IN" dirty="0"/>
            </a:br>
            <a:r>
              <a:rPr lang="en-IN" dirty="0">
                <a:solidFill>
                  <a:schemeClr val="accent5"/>
                </a:solidFill>
              </a:rPr>
              <a:t>Cybersecurity Internship </a:t>
            </a:r>
            <a:br>
              <a:rPr lang="en-IN" dirty="0"/>
            </a:br>
            <a:r>
              <a:rPr lang="en-IN" dirty="0"/>
              <a:t>Week 6 Assignment Report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ABCA98-6CFD-8932-20E6-8E907028355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Submitted by: Ajith Kumar</a:t>
            </a:r>
          </a:p>
          <a:p>
            <a:r>
              <a:rPr lang="en-IN" dirty="0"/>
              <a:t>Batch / Intern ID: DG/AUGUST/CYBER/031 </a:t>
            </a:r>
          </a:p>
          <a:p>
            <a:r>
              <a:rPr lang="en-IN"/>
              <a:t>Date: 30-09-2026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92157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0CC76-80E3-1536-B161-F4FDFC7EE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6590"/>
            <a:ext cx="10515600" cy="747238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What is VAPT?</a:t>
            </a:r>
            <a:endParaRPr lang="en-IN" sz="4000" dirty="0">
              <a:solidFill>
                <a:schemeClr val="accent5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19F7B-29CC-B56B-0D93-F7F197DDDF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18094"/>
            <a:ext cx="10515600" cy="5663315"/>
          </a:xfrm>
        </p:spPr>
        <p:txBody>
          <a:bodyPr/>
          <a:lstStyle/>
          <a:p>
            <a:r>
              <a:rPr lang="en-IN" b="1" dirty="0"/>
              <a:t>VAPT</a:t>
            </a:r>
            <a:r>
              <a:rPr lang="en-IN" dirty="0"/>
              <a:t> stands for </a:t>
            </a:r>
            <a:r>
              <a:rPr lang="en-IN" b="1" dirty="0"/>
              <a:t>Vulnerability Assessment and Penetration Testing</a:t>
            </a:r>
            <a:r>
              <a:rPr lang="en-IN" dirty="0"/>
              <a:t>. It is a security process used to find weaknesses in systems, websites, and applications and check whether attackers can exploit them.</a:t>
            </a:r>
          </a:p>
          <a:p>
            <a:r>
              <a:rPr lang="en-IN" dirty="0"/>
              <a:t>VAPT combines </a:t>
            </a:r>
            <a:r>
              <a:rPr lang="en-IN" b="1" dirty="0"/>
              <a:t>finding security vulnerabilities</a:t>
            </a:r>
            <a:r>
              <a:rPr lang="en-IN" dirty="0"/>
              <a:t> with </a:t>
            </a:r>
            <a:r>
              <a:rPr lang="en-IN" b="1" dirty="0"/>
              <a:t>safely testing those vulnerabilities</a:t>
            </a:r>
            <a:r>
              <a:rPr lang="en-IN" dirty="0"/>
              <a:t>. It helps organizations identify and fix security problems before real attackers can use them.</a:t>
            </a:r>
          </a:p>
          <a:p>
            <a:endParaRPr lang="en-IN" dirty="0"/>
          </a:p>
          <a:p>
            <a:r>
              <a:rPr lang="en-IN" b="1" dirty="0"/>
              <a:t>Importance of Web-Security Testing</a:t>
            </a:r>
            <a:endParaRPr lang="en-IN" dirty="0"/>
          </a:p>
          <a:p>
            <a:r>
              <a:rPr lang="en-IN" dirty="0"/>
              <a:t>Web-security testing helps protect websites and applications from </a:t>
            </a:r>
            <a:r>
              <a:rPr lang="en-IN" b="1" dirty="0"/>
              <a:t>hackers, data theft, unauthorized access, and other attacks</a:t>
            </a:r>
            <a:r>
              <a:rPr lang="en-IN" dirty="0"/>
              <a:t>. It also helps organizations fix security issues before they cause damage.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5409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36EBF-BDEB-66EA-1D08-4656D4E0C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4628"/>
            <a:ext cx="10515600" cy="596409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OWASP Top 10</a:t>
            </a:r>
            <a:endParaRPr lang="en-IN" sz="4000" dirty="0">
              <a:solidFill>
                <a:schemeClr val="accent5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7D17E-E76C-89A6-AD49-1C2682D8D7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95546"/>
            <a:ext cx="10515600" cy="5788058"/>
          </a:xfrm>
        </p:spPr>
        <p:txBody>
          <a:bodyPr>
            <a:normAutofit/>
          </a:bodyPr>
          <a:lstStyle/>
          <a:p>
            <a:r>
              <a:rPr lang="en-US" sz="2000" b="1" dirty="0"/>
              <a:t>OWASP Top 10</a:t>
            </a:r>
            <a:r>
              <a:rPr lang="en-US" sz="2000" dirty="0"/>
              <a:t> is a widely used awareness guide that highlights the </a:t>
            </a:r>
            <a:r>
              <a:rPr lang="en-US" sz="2000" b="1" dirty="0"/>
              <a:t>10 most critical web application security risks</a:t>
            </a:r>
            <a:r>
              <a:rPr lang="en-US" sz="2000" dirty="0"/>
              <a:t>.</a:t>
            </a:r>
          </a:p>
          <a:p>
            <a:r>
              <a:rPr lang="en-US" sz="2000" b="1" dirty="0"/>
              <a:t>Broken Access Control</a:t>
            </a:r>
            <a:r>
              <a:rPr lang="en-US" sz="2000" dirty="0"/>
              <a:t> – Users can access resources they shouldn’t.</a:t>
            </a:r>
          </a:p>
          <a:p>
            <a:r>
              <a:rPr lang="en-US" sz="2000" b="1" dirty="0"/>
              <a:t>Cryptographic Failures</a:t>
            </a:r>
            <a:r>
              <a:rPr lang="en-US" sz="2000" dirty="0"/>
              <a:t> – Sensitive data is poorly protected.</a:t>
            </a:r>
          </a:p>
          <a:p>
            <a:r>
              <a:rPr lang="en-US" sz="2000" b="1" dirty="0"/>
              <a:t>Injection</a:t>
            </a:r>
            <a:r>
              <a:rPr lang="en-US" sz="2000" dirty="0"/>
              <a:t> – Malicious input alters application commands or queries.</a:t>
            </a:r>
          </a:p>
          <a:p>
            <a:r>
              <a:rPr lang="en-US" sz="2000" b="1" dirty="0"/>
              <a:t>Insecure Design</a:t>
            </a:r>
            <a:r>
              <a:rPr lang="en-US" sz="2000" dirty="0"/>
              <a:t> – Security is missing in the application design.</a:t>
            </a:r>
          </a:p>
          <a:p>
            <a:r>
              <a:rPr lang="en-US" sz="2000" b="1" dirty="0"/>
              <a:t>Security Misconfiguration</a:t>
            </a:r>
            <a:r>
              <a:rPr lang="en-US" sz="2000" dirty="0"/>
              <a:t> – Incorrect or unsafe security settings.</a:t>
            </a:r>
          </a:p>
          <a:p>
            <a:r>
              <a:rPr lang="en-US" sz="2000" b="1" dirty="0"/>
              <a:t>Vulnerable Components</a:t>
            </a:r>
            <a:r>
              <a:rPr lang="en-US" sz="2000" dirty="0"/>
              <a:t> – Using outdated or insecure libraries/software.</a:t>
            </a:r>
          </a:p>
          <a:p>
            <a:r>
              <a:rPr lang="en-US" sz="2000" b="1" dirty="0"/>
              <a:t>Authentication Failures</a:t>
            </a:r>
            <a:r>
              <a:rPr lang="en-US" sz="2000" dirty="0"/>
              <a:t> – Weak login and identity controls.</a:t>
            </a:r>
          </a:p>
          <a:p>
            <a:r>
              <a:rPr lang="en-US" sz="2000" b="1" dirty="0"/>
              <a:t>Software &amp; Data Integrity Failures</a:t>
            </a:r>
            <a:r>
              <a:rPr lang="en-US" sz="2000" dirty="0"/>
              <a:t> – Untrusted updates, code, or data.</a:t>
            </a:r>
          </a:p>
          <a:p>
            <a:r>
              <a:rPr lang="en-US" sz="2000" b="1" dirty="0"/>
              <a:t>Logging &amp; Monitoring Failures</a:t>
            </a:r>
            <a:r>
              <a:rPr lang="en-US" sz="2000" dirty="0"/>
              <a:t> – Security incidents are not detected effectively.</a:t>
            </a:r>
          </a:p>
          <a:p>
            <a:r>
              <a:rPr lang="en-US" sz="2000" b="1" dirty="0"/>
              <a:t>Server-Side Request Forgery (SSRF)</a:t>
            </a:r>
            <a:r>
              <a:rPr lang="en-US" sz="2000" dirty="0"/>
              <a:t> – Attackers manipulate the server into making unintended requests.</a:t>
            </a:r>
          </a:p>
          <a:p>
            <a:r>
              <a:rPr lang="en-US" sz="2000" b="1" dirty="0"/>
              <a:t>Key message:</a:t>
            </a:r>
            <a:r>
              <a:rPr lang="en-US" sz="2000" dirty="0"/>
              <a:t> OWASP Top 10 helps developers and security teams </a:t>
            </a:r>
            <a:r>
              <a:rPr lang="en-US" sz="2000" b="1" dirty="0"/>
              <a:t>identify, prevent, and reduce common web application vulnerabilities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18048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854CC-A898-6C34-2B2F-F2878F4CA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7162"/>
            <a:ext cx="10515600" cy="671823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5"/>
                </a:solidFill>
              </a:rPr>
              <a:t>Tools Used</a:t>
            </a:r>
            <a:endParaRPr lang="en-IN" dirty="0">
              <a:solidFill>
                <a:schemeClr val="accent5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F6F2133-A21B-1497-22C2-7EE53E48CD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543" y="838985"/>
            <a:ext cx="10196913" cy="5852328"/>
          </a:xfrm>
        </p:spPr>
      </p:pic>
    </p:spTree>
    <p:extLst>
      <p:ext uri="{BB962C8B-B14F-4D97-AF65-F5344CB8AC3E}">
        <p14:creationId xmlns:p14="http://schemas.microsoft.com/office/powerpoint/2010/main" val="4114396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B74C7-9B27-D160-9847-E0D0CE607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321"/>
            <a:ext cx="10515600" cy="539848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SQL Injection Testing</a:t>
            </a:r>
            <a:endParaRPr lang="en-IN" dirty="0">
              <a:solidFill>
                <a:schemeClr val="accent5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AB81E1-7F2C-A0ED-5A7D-8217E84BA4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16437"/>
            <a:ext cx="10515600" cy="5776439"/>
          </a:xfrm>
        </p:spPr>
        <p:txBody>
          <a:bodyPr/>
          <a:lstStyle/>
          <a:p>
            <a:r>
              <a:rPr lang="en-IN" sz="2000" b="1" dirty="0"/>
              <a:t>Open the SQL Injection module</a:t>
            </a:r>
            <a:endParaRPr lang="en-IN" sz="2000" dirty="0"/>
          </a:p>
          <a:p>
            <a:r>
              <a:rPr lang="en-IN" sz="2000" dirty="0"/>
              <a:t>In DVWA's left-side menu, click: SQL Injection</a:t>
            </a:r>
          </a:p>
          <a:p>
            <a:r>
              <a:rPr lang="en-IN" sz="2000" b="1" dirty="0"/>
              <a:t>Test a basic SQL Injection condition</a:t>
            </a:r>
            <a:endParaRPr lang="en-IN" sz="2000" dirty="0"/>
          </a:p>
          <a:p>
            <a:r>
              <a:rPr lang="en-IN" sz="2000" dirty="0"/>
              <a:t>In the same local DVWA input field, enter this educational test string:</a:t>
            </a:r>
          </a:p>
          <a:p>
            <a:r>
              <a:rPr lang="en-IN" sz="2000" dirty="0"/>
              <a:t>1' OR '1'='1 Click Submit.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EB0593-2631-324D-4E61-D2156F2E09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689159"/>
            <a:ext cx="10091752" cy="40865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385754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9C610-2A67-BE4B-DD69-D54C96C9D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340"/>
            <a:ext cx="10515600" cy="565401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XSS Testing</a:t>
            </a:r>
            <a:endParaRPr lang="en-IN" dirty="0">
              <a:solidFill>
                <a:schemeClr val="accent5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46957A-786A-3C2F-7A26-2FD3F3D8D6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12741"/>
            <a:ext cx="10515600" cy="5757584"/>
          </a:xfrm>
        </p:spPr>
        <p:txBody>
          <a:bodyPr/>
          <a:lstStyle/>
          <a:p>
            <a:r>
              <a:rPr lang="en-IN" sz="2400" b="1" dirty="0"/>
              <a:t>Cross-Site Scripting (XSS)</a:t>
            </a:r>
            <a:r>
              <a:rPr lang="en-IN" sz="2400" dirty="0"/>
              <a:t> is a web security vulnerability where untrusted content is interpreted by a user's browser as executable script.</a:t>
            </a:r>
          </a:p>
          <a:p>
            <a:r>
              <a:rPr lang="en-IN" b="1" dirty="0"/>
              <a:t>Types of XSS: </a:t>
            </a:r>
            <a:r>
              <a:rPr lang="en-IN" sz="2400" dirty="0"/>
              <a:t>1. Stored XSS, 2. Reflected XSS, 3. DOM-Based XSS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A9A8E7-656E-FB97-7E2B-BFB7831D13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932494"/>
            <a:ext cx="11199829" cy="49255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128439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AD1C0-C434-BA03-C004-ACE43F65A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7736"/>
            <a:ext cx="10515600" cy="643543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OWASP ZAP Results</a:t>
            </a:r>
            <a:endParaRPr lang="en-IN" dirty="0">
              <a:solidFill>
                <a:schemeClr val="accent5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49DF2EB-F458-2E83-F953-C5CC1F5E44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468" y="981075"/>
            <a:ext cx="10163064" cy="5719763"/>
          </a:xfrm>
        </p:spPr>
      </p:pic>
    </p:spTree>
    <p:extLst>
      <p:ext uri="{BB962C8B-B14F-4D97-AF65-F5344CB8AC3E}">
        <p14:creationId xmlns:p14="http://schemas.microsoft.com/office/powerpoint/2010/main" val="9371209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5B301-8896-3E1B-5414-9C4DDD227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6590"/>
            <a:ext cx="10515600" cy="775518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chemeClr val="accent5"/>
                </a:solidFill>
              </a:rPr>
              <a:t>Mitigation &amp; Learning</a:t>
            </a:r>
            <a:endParaRPr lang="en-IN" dirty="0">
              <a:solidFill>
                <a:schemeClr val="accent5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D3DE7-B799-5213-735C-3A1C88316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52108"/>
            <a:ext cx="10515600" cy="5729302"/>
          </a:xfrm>
        </p:spPr>
        <p:txBody>
          <a:bodyPr>
            <a:normAutofit/>
          </a:bodyPr>
          <a:lstStyle/>
          <a:p>
            <a:r>
              <a:rPr lang="en-US" b="1" dirty="0"/>
              <a:t>Overall Mitigation Recommendations</a:t>
            </a:r>
          </a:p>
          <a:p>
            <a:r>
              <a:rPr lang="en-US" sz="2000" dirty="0"/>
              <a:t>Based on the practical testing, the following security practices are recommended for web application developers:</a:t>
            </a:r>
          </a:p>
          <a:p>
            <a:r>
              <a:rPr lang="en-US" sz="2000" dirty="0"/>
              <a:t>Secure database interaction: Use prepared statements and parameterized queries to prevent SQL Injection.</a:t>
            </a:r>
          </a:p>
          <a:p>
            <a:r>
              <a:rPr lang="en-US" sz="2000" dirty="0"/>
              <a:t>Input validation: Validate all user-supplied data on the server side.</a:t>
            </a:r>
          </a:p>
          <a:p>
            <a:r>
              <a:rPr lang="en-US" sz="2000" dirty="0"/>
              <a:t>Output encoding: Encode untrusted content before displaying it in a browser.</a:t>
            </a:r>
          </a:p>
          <a:p>
            <a:r>
              <a:rPr lang="en-US" sz="2000" dirty="0"/>
              <a:t>Secure coding practices: Avoid unsafe functions that directly execute or render user input.</a:t>
            </a:r>
          </a:p>
          <a:p>
            <a:r>
              <a:rPr lang="en-US" sz="2000" dirty="0"/>
              <a:t>Database security: Restrict database permissions to only the operations required by the application.</a:t>
            </a:r>
          </a:p>
          <a:p>
            <a:r>
              <a:rPr lang="en-US" sz="2000" dirty="0"/>
              <a:t>Security headers: Configure appropriate HTTP security headers, including Content Security Policy where applicable.</a:t>
            </a:r>
          </a:p>
          <a:p>
            <a:r>
              <a:rPr lang="en-US" sz="2400" dirty="0"/>
              <a:t>Learning outcome: Burp Suite helped me understand the communication between a web browser and a server and demonstrated how security testers analyze application behavior.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3205680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516</Words>
  <Application>Microsoft Office PowerPoint</Application>
  <PresentationFormat>Widescreen</PresentationFormat>
  <Paragraphs>45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DG Interns Hub  Cybersecurity Internship  Week 6 Assignment Report</vt:lpstr>
      <vt:lpstr>What is VAPT?</vt:lpstr>
      <vt:lpstr>OWASP Top 10</vt:lpstr>
      <vt:lpstr>Tools Used</vt:lpstr>
      <vt:lpstr>SQL Injection Testing</vt:lpstr>
      <vt:lpstr>XSS Testing</vt:lpstr>
      <vt:lpstr>OWASP ZAP Results</vt:lpstr>
      <vt:lpstr>Mitigation &amp; Learning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 K</dc:creator>
  <cp:lastModifiedBy>A K</cp:lastModifiedBy>
  <cp:revision>1</cp:revision>
  <dcterms:created xsi:type="dcterms:W3CDTF">2026-09-27T09:58:17Z</dcterms:created>
  <dcterms:modified xsi:type="dcterms:W3CDTF">2026-09-30T14:37:05Z</dcterms:modified>
</cp:coreProperties>
</file>